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Dr Kirkup &amp; Mrs Lushey</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Medical Triage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06:15 departure from Meoncross School.
• Essex Farm ADS (John McCrae dugout).
• Yorkshire Trench &amp; Langemarck Cemetery.
• Evening: Check-in &amp; 2-course dinner at hostel.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&amp; Menin Gate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Vancouver Corner &amp; Hooge Crater trenches.
• Supermarket lunch stop in the Salient.
• Tyne Cot (finding our village fallen).
• 2-course hostel dinner before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Town &amp; Journey Home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In Flanders Fields Museum (Cloth Hall).</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Ramparts Walk &amp; Talbot House (Poperinge).</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Supermarket lunch stop &amp; return approx 20:30.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Ensuite rooms (4-7 pupils, bunk beds).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organized in ~2 weeks with friend nominations. Staff on same corridors.</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Sturdy walking boots / waterproof shoes.
• Waterproof hooded rain jacket &amp; warm fleece.
• Warm hat &amp; gloves (vital for evening ceremony!).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WEATHER PROTECTION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Walking Boots / Shoes: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Must be sturdy, comfortable &amp; broken-in. Flanders mud can be slippery.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Waterproof Raincoat: </a:t>
            </a:r>
            <a:pPr indent="0" marL="0">
              <a:lnSpc>
                <a:spcPct val="108000"/>
              </a:lnSpc>
              <a:buNone/>
            </a:pPr>
            <a:r>
              <a:rPr lang="en-US" sz="90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Warm Fleece / Mid-layer: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Temperatures drop quickly on exposed ridges.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Hat &amp; Gloves: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90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&amp; DAYPACK RULES</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1 Main Holdall / Medium Suitcase: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Goes underneath in coach hold until arrival at hostel.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1 Small Daypack: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Stays with student on coach. Contains waterproofs, water bottle, Day 1 packed lunch &amp; phone.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Casual Clothes: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Practical, comfortable clothing for downtime at hostel. No restaurant wear.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Nightwear &amp; Washbag: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Towel, toothbrush, roll-on deodorant (no aerosols).</a:t>
            </a:r>
            <a:endParaRPr lang="en-US" sz="90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per room, bunk beds). Organized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Dr Kirkup &amp; Mrs Lushey (Accompanying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OUR LOCAL MISSION: TRACING THE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Follow the Expedition Online: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teacher guides, interactive maps &amp; live parent photo stream.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2026-09-05T12:05:05Z</dcterms:created>
  <dcterms:modified xsi:type="dcterms:W3CDTF">2026-09-05T12:05:05Z</dcterms:modified>
</cp:coreProperties>
</file>