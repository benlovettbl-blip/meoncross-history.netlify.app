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Accompanied by Two Meoncross Staff</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Mine Warfare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06:15 departure from Meoncross School (Jet Connect).
• 11:20 Eurotunnel; 14:30 Essex Farm ADS (Valentine Strudwick).
• 15:15 Langemarck &amp; 16:00 Hooge Crater Museum.
• 17:45 Peace Village, 18:15 dinner &amp; 19:15 classroom debrief.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Medical Sites &amp; Last Post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Brooding Soldier &amp; 09:45 Sanctuary Wood.
• 11:30 Aldi Ypres lunch stop; 13:00 Tyne Cot (our fallen).
• 14:15 Lijssenthoek CCS &amp; 15:45 Passchendaele Museum.
• 18:00 dinner; 19:20 arrive Menin Gate for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Daylight, Talbot House &amp; Return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Menin Gate &amp; Ramparts walk.</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10:30 De Groote’s Chocolatier (Grote Markt; €30–€40 envelope).</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11:20 Talbot House, 12:45 lunch, 13:30 Town Hall Death Cells.</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14:30 depart for Calais; arrive school approx 20:00.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2000"/>
              </a:lnSpc>
              <a:buNone/>
            </a:pPr>
            <a:r>
              <a:rPr lang="en-US" sz="900" b="1" dirty="0">
                <a:solidFill>
                  <a:srgbClr val="0F172A"/>
                </a:solidFill>
                <a:latin typeface="Arial" pitchFamily="34" charset="0"/>
                <a:ea typeface="Arial" pitchFamily="34" charset="-122"/>
                <a:cs typeface="Arial" pitchFamily="34" charset="-120"/>
              </a:rPr>
              <a:t>Essential Packing (Autumn Weather):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Boots/wellies + spare clean shoes + plastic bag.
• Bath towel (mandatory) &amp; roll-on toiletries.
• Waterproof raincoat, warm fleece, hat &amp; gloves.
• 1 medium case (&lt;15kg) + 1 coach daypack.
</a:t>
            </a:r>
            <a:pPr indent="0" marL="0">
              <a:lnSpc>
                <a:spcPct val="102000"/>
              </a:lnSpc>
              <a:buNone/>
            </a:pPr>
            <a:r>
              <a:rPr lang="en-US" sz="900" b="1" dirty="0">
                <a:solidFill>
                  <a:srgbClr val="0F172A"/>
                </a:solidFill>
                <a:latin typeface="Arial" pitchFamily="34" charset="0"/>
                <a:ea typeface="Arial" pitchFamily="34" charset="-122"/>
                <a:cs typeface="Arial" pitchFamily="34" charset="-120"/>
              </a:rPr>
              <a:t>Documents, Health &amp; Medication: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Passports &amp; GHIC: Collected tonight!
• Medication forms tonight: original packaging only; prescription must show child's name.
• Code of Conduct Agreement due Fri 25 Sep.
</a:t>
            </a:r>
            <a:pPr indent="0" marL="0">
              <a:lnSpc>
                <a:spcPct val="102000"/>
              </a:lnSpc>
              <a:buNone/>
            </a:pPr>
            <a:r>
              <a:rPr lang="en-US" sz="900" b="1" dirty="0">
                <a:solidFill>
                  <a:srgbClr val="0F172A"/>
                </a:solidFill>
                <a:latin typeface="Arial" pitchFamily="34" charset="0"/>
                <a:ea typeface="Arial" pitchFamily="34" charset="-122"/>
                <a:cs typeface="Arial" pitchFamily="34" charset="-120"/>
              </a:rPr>
              <a:t>Communications &amp; 24/7 Emergency: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24/7 Trip Mobile: 07825 297749 (keep lines reachable).</a:t>
            </a:r>
            <a:endParaRPr lang="en-US" sz="900" dirty="0"/>
          </a:p>
          <a:p>
            <a:pPr indent="0" marL="0">
              <a:lnSpc>
                <a:spcPct val="102000"/>
              </a:lnSpc>
              <a:buNone/>
            </a:pPr>
            <a:r>
              <a:rPr lang="en-US" sz="780" dirty="0">
                <a:solidFill>
                  <a:srgbClr val="334155"/>
                </a:solidFill>
                <a:latin typeface="Arial" pitchFamily="34" charset="0"/>
                <a:ea typeface="Arial" pitchFamily="34" charset="-122"/>
                <a:cs typeface="Arial" pitchFamily="34" charset="-120"/>
              </a:rPr>
              <a:t>• WhatsApp Group: Join via QR tonight for tour photos.</a:t>
            </a:r>
            <a:endParaRPr lang="en-US" sz="900" dirty="0"/>
          </a:p>
          <a:p>
            <a:pPr indent="0" marL="0">
              <a:lnSpc>
                <a:spcPct val="102000"/>
              </a:lnSpc>
              <a:buNone/>
            </a:pPr>
            <a:r>
              <a:rPr lang="en-US" sz="780" dirty="0">
                <a:solidFill>
                  <a:srgbClr val="334155"/>
                </a:solidFill>
                <a:latin typeface="Arial" pitchFamily="34" charset="0"/>
                <a:ea typeface="Arial" pitchFamily="34" charset="-122"/>
                <a:cs typeface="Arial" pitchFamily="34" charset="-120"/>
              </a:rPr>
              <a:t>• Student phones collected in staff bag at night.</a:t>
            </a:r>
            <a:endParaRPr lang="en-US" sz="90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09160"/>
            <a:ext cx="4754880" cy="18288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INTERACTIVE DIGITAL FIELD GUIDE:  meoncross-history.netlify.app</a:t>
            </a:r>
            <a:endParaRPr lang="en-US" sz="1000" dirty="0"/>
          </a:p>
        </p:txBody>
      </p:sp>
      <p:sp>
        <p:nvSpPr>
          <p:cNvPr id="21" name="Text 18"/>
          <p:cNvSpPr/>
          <p:nvPr/>
        </p:nvSpPr>
        <p:spPr>
          <a:xfrm>
            <a:off x="1005840" y="4882896"/>
            <a:ext cx="4754880" cy="164592"/>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Scan QR or visit URL · 24/7 Trip Mobile: 07825 297749 (Emergency &amp; calls from staff)</a:t>
            </a:r>
            <a:endParaRPr lang="en-US" sz="800" dirty="0"/>
          </a:p>
        </p:txBody>
      </p:sp>
      <p:sp>
        <p:nvSpPr>
          <p:cNvPr id="22" name="Text 19"/>
          <p:cNvSpPr/>
          <p:nvPr/>
        </p:nvSpPr>
        <p:spPr>
          <a:xfrm>
            <a:off x="5852160" y="4700016"/>
            <a:ext cx="3108960" cy="347472"/>
          </a:xfrm>
          <a:prstGeom prst="rect">
            <a:avLst/>
          </a:prstGeom>
          <a:noFill/>
          <a:ln/>
        </p:spPr>
        <p:txBody>
          <a:bodyPr wrap="square" rtlCol="0" anchor="ctr"/>
          <a:lstStyle/>
          <a:p>
            <a:pPr algn="r" indent="0" marL="0">
              <a:buNone/>
            </a:pPr>
            <a:r>
              <a:rPr lang="en-US" sz="850" b="1" dirty="0">
                <a:solidFill>
                  <a:srgbClr val="F59E0B"/>
                </a:solidFill>
                <a:latin typeface="Arial" pitchFamily="34" charset="0"/>
                <a:ea typeface="Arial" pitchFamily="34" charset="-122"/>
                <a:cs typeface="Arial" pitchFamily="34" charset="-120"/>
              </a:rPr>
              <a:t>🚨 24/7 Mobile: 07825 297749</a:t>
            </a:r>
            <a:endParaRPr lang="en-US" sz="850" dirty="0"/>
          </a:p>
          <a:p>
            <a:pPr algn="r" indent="0" marL="0">
              <a:buNone/>
            </a:pPr>
            <a:r>
              <a:rPr lang="en-US" sz="850" b="1" dirty="0">
                <a:solidFill>
                  <a:srgbClr val="F59E0B"/>
                </a:solidFill>
                <a:latin typeface="Arial" pitchFamily="34" charset="0"/>
                <a:ea typeface="Arial" pitchFamily="34" charset="-122"/>
                <a:cs typeface="Arial" pitchFamily="34" charset="-120"/>
              </a:rPr>
              <a:t>School Base: 01329 662182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SANCTUARY WOOD PREPARATION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Sanctuary Wood Trenches: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Real, muddy frontline trenches. Must bring boots/wellies!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Separate Footwear &amp; Plastic Bag: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Bring spare clean shoes/trainers + carrier bag for muddy boots.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Waterproof Raincoat: </a:t>
            </a:r>
            <a:pPr indent="0" marL="0">
              <a:lnSpc>
                <a:spcPct val="105000"/>
              </a:lnSpc>
              <a:buNone/>
            </a:pPr>
            <a:r>
              <a:rPr lang="en-US" sz="85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Warm Fleece &amp; Layers: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Temperatures drop quickly on exposed ridges.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Hat &amp; Gloves: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85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TOWELS &amp; WASHBAG</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TOWELS (Mandatory): </a:t>
            </a:r>
            <a:pPr indent="0" marL="0">
              <a:lnSpc>
                <a:spcPct val="105000"/>
              </a:lnSpc>
              <a:buNone/>
            </a:pPr>
            <a:r>
              <a:rPr lang="en-US" sz="850" dirty="0">
                <a:solidFill>
                  <a:srgbClr val="334155"/>
                </a:solidFill>
                <a:latin typeface="Arial" pitchFamily="34" charset="0"/>
                <a:ea typeface="Arial" pitchFamily="34" charset="-122"/>
                <a:cs typeface="Arial" pitchFamily="34" charset="-120"/>
              </a:rPr>
              <a:t>Pupils must bring their own bath/shower towel! (None provided).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Washbag &amp; Shower Gel: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Shower gel, shampoo, toothbrush, roll-on deodorant (no aerosols).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Main Holdall / Case: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Goes underneath in coach hold until arrival at hostel (max 15kg).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Small Daypack: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Stays on coach. Holds waterproofs, plastic bag, packed lunch &amp; water.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Casual Clothes: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Comfortable clothing for downtime at hostel. No restaurant wear.</a:t>
            </a:r>
            <a:endParaRPr lang="en-US" sz="85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182112"/>
            <a:ext cx="3566160" cy="1371600"/>
          </a:xfrm>
          <a:prstGeom prst="rect">
            <a:avLst/>
          </a:prstGeom>
          <a:noFill/>
          <a:ln/>
        </p:spPr>
        <p:txBody>
          <a:bodyPr wrap="square" rtlCol="0" anchor="ctr"/>
          <a:lstStyle/>
          <a:p>
            <a:pPr indent="0" marL="0">
              <a:lnSpc>
                <a:spcPct val="104000"/>
              </a:lnSpc>
              <a:buNone/>
            </a:pPr>
            <a:r>
              <a:rPr lang="en-US" sz="820" b="1" dirty="0">
                <a:solidFill>
                  <a:srgbClr val="334155"/>
                </a:solidFill>
                <a:latin typeface="Arial" pitchFamily="34" charset="0"/>
                <a:ea typeface="Arial" pitchFamily="34" charset="-122"/>
                <a:cs typeface="Arial" pitchFamily="34" charset="-120"/>
              </a:rPr>
              <a:t>• Valid UK Passport &amp; GHIC/EHIC: </a:t>
            </a:r>
            <a:pPr indent="0" marL="0">
              <a:lnSpc>
                <a:spcPct val="104000"/>
              </a:lnSpc>
              <a:buNone/>
            </a:pPr>
            <a:r>
              <a:rPr lang="en-US" sz="82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Medication Forms &amp; Rules: </a:t>
            </a:r>
            <a:pPr indent="0" marL="0">
              <a:lnSpc>
                <a:spcPct val="104000"/>
              </a:lnSpc>
              <a:buNone/>
            </a:pPr>
            <a:r>
              <a:rPr lang="en-US" sz="820" dirty="0">
                <a:solidFill>
                  <a:srgbClr val="334155"/>
                </a:solidFill>
                <a:latin typeface="Arial" pitchFamily="34" charset="0"/>
                <a:ea typeface="Arial" pitchFamily="34" charset="-122"/>
                <a:cs typeface="Arial" pitchFamily="34" charset="-120"/>
              </a:rPr>
              <a:t>Forms distributed tonight. All meds in original packaging; prescribed items must show child's name.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Trip WhatsApp Broadcast Group: </a:t>
            </a:r>
            <a:pPr indent="0" marL="0">
              <a:lnSpc>
                <a:spcPct val="104000"/>
              </a:lnSpc>
              <a:buNone/>
            </a:pPr>
            <a:r>
              <a:rPr lang="en-US" sz="820" dirty="0">
                <a:solidFill>
                  <a:srgbClr val="334155"/>
                </a:solidFill>
                <a:latin typeface="Arial" pitchFamily="34" charset="0"/>
                <a:ea typeface="Arial" pitchFamily="34" charset="-122"/>
                <a:cs typeface="Arial" pitchFamily="34" charset="-120"/>
              </a:rPr>
              <a:t>Closed group via QR link tonight for live tour updates &amp; visit photos (reactions welcome, no chat). Photo consent checked for all pupils.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Adapter &amp; Phone Policy: </a:t>
            </a:r>
            <a:pPr indent="0" marL="0">
              <a:lnSpc>
                <a:spcPct val="104000"/>
              </a:lnSpc>
              <a:buNone/>
            </a:pPr>
            <a:r>
              <a:rPr lang="en-US" sz="820" dirty="0">
                <a:solidFill>
                  <a:srgbClr val="334155"/>
                </a:solidFill>
                <a:latin typeface="Arial" pitchFamily="34" charset="0"/>
                <a:ea typeface="Arial" pitchFamily="34" charset="-122"/>
                <a:cs typeface="Arial" pitchFamily="34" charset="-120"/>
              </a:rPr>
              <a:t>EU 2-pin adapter. Phones collected in staff bag each evening at curfew.</a:t>
            </a:r>
            <a:endParaRPr lang="en-US" sz="82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457200" y="4800600"/>
            <a:ext cx="8229600" cy="228600"/>
          </a:xfrm>
          <a:prstGeom prst="rect">
            <a:avLst/>
          </a:prstGeom>
          <a:noFill/>
          <a:ln/>
        </p:spPr>
        <p:txBody>
          <a:bodyPr wrap="square" rtlCol="0" anchor="ctr"/>
          <a:lstStyle/>
          <a:p>
            <a:pPr algn="ctr" indent="0" marL="0">
              <a:buNone/>
            </a:pPr>
            <a:r>
              <a:rPr lang="en-US" sz="850" b="1" dirty="0">
                <a:solidFill>
                  <a:srgbClr val="DC2626"/>
                </a:solidFill>
                <a:latin typeface="Arial" pitchFamily="34" charset="0"/>
                <a:ea typeface="Arial" pitchFamily="34" charset="-122"/>
                <a:cs typeface="Arial" pitchFamily="34" charset="-120"/>
              </a:rPr>
              <a:t>🚨 24/7 Dedicated Trip Mobile: 07825 297749 (For emergencies &amp; calls from staff; parents must remain contactable 24/7) · Base: 01329 662182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LOCAL HERITAGE: TRACING OUR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Meoncross School and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2026-09-10T10:30:41Z</dcterms:created>
  <dcterms:modified xsi:type="dcterms:W3CDTF">2026-09-10T10:30:41Z</dcterms:modified>
</cp:coreProperties>
</file>