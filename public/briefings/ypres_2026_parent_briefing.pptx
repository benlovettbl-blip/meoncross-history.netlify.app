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YPRES 1914–1918: REMEMBRANCE, SACRIFICE &amp; LOCAL HERITAGE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976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Meoncross School History Department &amp; The History Boys  ·  Mr Ben Lovett &amp; Mr James Garrett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04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Thursday 1st October – Saturday 3rd October 2026   |   Expedition Base: Peace Village Hostel, Flanders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265176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234440"/>
            <a:ext cx="2651760" cy="36576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9844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3-DAY EXPEDITION ITINERARY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2377440" cy="2788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1: North Salient &amp; Medical Triage
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06:15 departure from Meoncross School.
• Essex Farm ADS (John McCrae dugout).
• Yorkshire Trench &amp; Langemarck Cemetery.
• Evening: Check-in &amp; 2-course group dinner.
</a:t>
            </a:r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2: Passchendaele &amp; Menin Gate
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Vancouver Corner &amp; Hooge Crater trenches.
• Tyne Cot (finding our village fallen).
• 20:00 Menin Gate Last Post &amp; wreath laying.
</a:t>
            </a:r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3: Ypres Town &amp; Journey Home
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 Flanders Fields Museum (Cloth Hall).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Ramparts Walk &amp; Talbot House (Poperinge).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Supermarket lunch stop &amp; return approx 20:30.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46120" y="1234440"/>
            <a:ext cx="265176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6120" y="1234440"/>
            <a:ext cx="2651760" cy="36576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2" name="Text 10"/>
          <p:cNvSpPr/>
          <p:nvPr/>
        </p:nvSpPr>
        <p:spPr>
          <a:xfrm>
            <a:off x="3337560" y="129844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FOOD, MONEY &amp; ROOMING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83280" y="1691640"/>
            <a:ext cx="2377440" cy="2788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Catering &amp; Meals Provided:
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Thursday Day 1: Pupils MUST bring a packed lunch &amp; coach snacks from home.
• Full hot breakfast included (Fri &amp; Sat mornings).
• 2-course evening group dinners (Thu &amp; Fri).
</a:t>
            </a:r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Spending Money (Euros):
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Pupils need €20 to €30 in cash.
• Used for supermarket lunch stops on Friday and Saturday (sandwiches/drinks) and souvenirs.
</a:t>
            </a:r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Accommodation &amp; Rooming:
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Peace Village Hostel, Heuvelland.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En-suite rooms (3-4 pupils). Safe &amp; secure.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Rooming process begins in TWO WEEKS with student preference forms. Staff room checks.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126480" y="1234440"/>
            <a:ext cx="265176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234440"/>
            <a:ext cx="2651760" cy="365760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0" y="129844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ESSENTIAL KIT &amp; NEXT STEPS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63640" y="1691640"/>
            <a:ext cx="2377440" cy="2788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Packing (Autumn in Flanders):
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Sturdy walking boots / waterproof shoes.
• Waterproof hooded rain jacket &amp; warm fleece.
• Warm hat &amp; gloves (vital for evening ceremony!).
• Change of socks &amp; casual clothes for dinner.
• 1 medium holdall/case + 1 small daypack.
</a:t>
            </a:r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Travel Documents &amp; Tech:
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 UK Passport (3+ months validity).
• GHIC / EHIC health insurance card.
• UK-to-EU 2-pin plug adapter for chargers.
</a:t>
            </a:r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Forms to Return:
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Code of Conduct Agreement.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Medical &amp; Dietary Needs confirmation form.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F172A"/>
          </a:solidFill>
          <a:ln/>
        </p:spPr>
      </p:sp>
      <p:pic>
        <p:nvPicPr>
          <p:cNvPr id="19" name="Image 0" descr="C:\Projects\meoncross-history.netlify.app\public\images\tour_app_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681728"/>
            <a:ext cx="438912" cy="438912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005840" y="4718304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INTERACTIVE FIELD GUIDE &amp; APP:  meoncross-history.netlify.app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005840" y="4882896"/>
            <a:ext cx="6583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QR or visit URL to view full 3-day itinerary, poetry anthology, audio guides &amp; live family photo updates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6675120" y="480060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 School Base: +44 1329 288339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DETAILED PACKING LIST &amp; PRACTICAL CHECKLIST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Preparation advice for autumn weather in the Flanders Salient · Meoncross History Department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9319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0515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🥾 FOOTWEAR &amp; WEATHER PROTECTION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1298448"/>
            <a:ext cx="35661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Walking Boots / Shoes: </a:t>
            </a:r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 be sturdy, comfortable &amp; broken-in. Flanders mud can be slippery.
</a:t>
            </a:r>
            <a:pPr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Waterproof Raincoat: </a:t>
            </a:r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Windproof with hood. We tour regardless of light rain.
</a:t>
            </a:r>
            <a:pPr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Warm Fleece / Mid-layer: </a:t>
            </a:r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Temperatures drop quickly on exposed ridges.
</a:t>
            </a:r>
            <a:pPr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Hat &amp; Gloves: </a:t>
            </a:r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Crucial for standing still during the 8:00 PM Menin Gate ceremony.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663440" y="960120"/>
            <a:ext cx="39319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0515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🎒 LUGGAGE &amp; DAYPACK RULES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0" y="1298448"/>
            <a:ext cx="35661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 Main Holdall / Medium Suitcase: </a:t>
            </a:r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Goes underneath in coach hold until arrival at hostel.
</a:t>
            </a:r>
            <a:pPr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 Small Daypack: </a:t>
            </a:r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Stays with student on coach. Contains waterproofs, water bottle, Day 1 packed lunch &amp; phone.
</a:t>
            </a:r>
            <a:pPr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Evening Clothes: </a:t>
            </a:r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Casual, clean clothing for restaurant dinners.
</a:t>
            </a:r>
            <a:pPr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Nightwear &amp; Washbag: </a:t>
            </a:r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Towel, toothbrush, roll-on deodorant (no aerosols).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39319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971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DOCUMENTS, HEALTH &amp; ELECTRONICS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3218688"/>
            <a:ext cx="35661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 UK Passport: </a:t>
            </a:r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 have at least 3 months validity beyond 3rd Oct 2026.
</a:t>
            </a:r>
            <a:pPr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GHIC / Valid EHIC Card: </a:t>
            </a:r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for reciprocal medical coverage in Belgium.
</a:t>
            </a:r>
            <a:pPr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Travel Adapter: </a:t>
            </a:r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European 2-pin adapter for phone charging.
</a:t>
            </a:r>
            <a:pPr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Mobile Phone Policy: </a:t>
            </a:r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Permitted for camera, web app &amp; parent calls. Silent at memorials.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63440" y="2880360"/>
            <a:ext cx="39319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971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💶 CATERING, MONEY &amp; NEXT DATES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3218688"/>
            <a:ext cx="35661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Thursday Packed Lunch: </a:t>
            </a:r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from home with disposable drinks/snacks.
</a:t>
            </a:r>
            <a:pPr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Spending Money: </a:t>
            </a:r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€20–€30 in cash for Friday &amp; Saturday supermarket lunches.
</a:t>
            </a:r>
            <a:pPr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Rooming Preference Forms: </a:t>
            </a:r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Distributed in school in 2 weeks. 3-4 pupils per en-suite room.
</a:t>
            </a:r>
            <a:pPr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Forms Return Deadline: </a:t>
            </a:r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of Conduct &amp; Medical form due Friday 25th September.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480060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Joint Expedition Leadership: Mr Ben Lovett (Meoncross School) &amp; Mr James Garrett (The History Boys)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LOCAL MISSION: TRACING THE VILLAGE FALLEN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Holy Rood Church and the Stubbington Lychgate to the Memorial Walls of Flanders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438912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430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LOWRY BROTHERS: A FAMILY SACRIFICE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463040"/>
            <a:ext cx="40233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brothers from Manor Way Grange in Lee-on-the-Solent, all carved side-by-side on the Stubbington war memorial:
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2nd Lt William "Harper" Lowry (25):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Fell 4 June 1915 at Gully Ravine (Gallipoli). Commemorated on Helles Memorial.
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Capt Cyril "Patrick" Lowry (20):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Fell 25 March 1918 defending the Somme crossings. Pozières Memorial.
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Lt Col Auriol "Eric" Lowry, DSO, MC (25):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Commanded 2nd West Yorkshires, fought at Westhoek Ridge near Ypres. Fell 23 September 1918.
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 Question We Ask Our Pupils:
</a:t>
            </a:r>
            <a:pPr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did three young brothers from one Lee-on-the-Solent family find their resting places scattered across the battlefields of Europe and Turkey?"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120640" y="1005840"/>
            <a:ext cx="347472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0" y="11430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ON-SITE FIELD INVESTIGATIONS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03520" y="1463040"/>
            <a:ext cx="31089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Pupils will not just be tourists; they are historians carrying local history into the field:
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Menin Gate Panel 35: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Locating Pte Thomas Franklin (Chark) &amp; Pte William Ayling (Stubbington baker's boy).
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Tyne Cot Panels 88-90: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Touching the names of Pte Sydney Muckett, Pte Arthur Rye, and LCpl Archibald Ward.
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Tyne Cot Panels 14-17: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Pte Charles Warland (son of Lee-on-the-Solent Golf Club secretary).
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the Expedition Online: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meoncross-history.netlify.app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Featuring 16 battlefield poems, teacher guides, interactive maps &amp; live parent photo stream.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 standalone="yes"?>
<Properties xmlns="http://schemas.openxmlformats.org/officeDocument/2006/extended-properties" xmlns:vt="http://schemas.openxmlformats.org/officeDocument/2006/docPropsVTypes">
	<TotalTime>0</TotalTime>
	<Words>0</Words>
	<Application>Microsoft Office PowerPoint</Application>
	<PresentationFormat>On-screen Show (16:9)</PresentationFormat>
	<Paragraphs>0</Paragraphs>
	<Slides>3</Slides>
	<Notes>3</Notes>
	<HiddenSlides>0</HiddenSlides>
	<MMClips>0</MMClips>
	<ScaleCrop>false</ScaleCrop>
	<HeadingPairs>
		<vt:vector size="6" baseType="variant">
			<vt:variant><vt:lpstr>Fonts Used</vt:lpstr></vt:variant>
			<vt:variant><vt:i4>2</vt:i4></vt:variant>
			<vt:variant><vt:lpstr>Theme</vt:lpstr></vt:variant>
			<vt:variant><vt:i4>1</vt:i4></vt:variant>
			<vt:variant><vt:lpstr>Slide Titles</vt:lpstr></vt:variant>
			<vt:variant><vt:i4>3</vt:i4></vt:variant>
		</vt:vector>
	</HeadingPairs>
	<TitlesOfParts>
		<vt:vector size="6" baseType="lpstr">
			<vt:lpstr>Arial</vt:lpstr>
			<vt:lpstr>Calibri</vt:lpstr>
			<vt:lpstr>Office Theme</vt:lpstr>
			<vt:lpstr>Slide 1</vt:lpstr><vt:lpstr>Slide 2</vt:lpstr><vt:lpstr>Slide 3</vt:lpstr>
		</vt:vector>
	</TitlesOfParts>
	<Company>Meoncross School & The History Boys</Company>
	<LinksUpToDate>false</LinksUpToDate>
	<SharedDoc>false</SharedDoc>
	<HyperlinksChanged>false</HyperlinksChanged>
	<AppVersion>16.0000</AppVersion>
	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Ypres 1914-1918 Battlefield Expedition - Parental Briefing</dc:title>
  <dc:subject>PptxGenJS Presentation</dc:subject>
  <dc:creator>Mr Ben Lovett &amp; Mr James Garrett</dc:creator>
  <cp:lastModifiedBy>Mr Ben Lovett &amp; Mr James Garrett</cp:lastModifiedBy>
  <cp:revision>1</cp:revision>
  <dcterms:created xsi:type="dcterms:W3CDTF">2026-09-05T11:15:36Z</dcterms:created>
  <dcterms:modified xsi:type="dcterms:W3CDTF">2026-09-05T11:15:36Z</dcterms:modified>
</cp:coreProperties>
</file>