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Accompanied by Two Meoncross Staff</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Essential Packing (Autumn in Flanders):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Sanctuary Wood: boots/wellies + spare shoes &amp; plastic bag.
• Bath towels &amp; washbag (shower gel; roll-on only).
• Waterproof hooded jacket, warm fleece, hat &amp; gloves.
• Casual clothes for evenings (no formal wear).
• 1 medium holdall/case + 1 small daypack.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Travel Documents &amp; Tech: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Passports &amp; GHIC: Collected tonight!
• Mobiles collected in staff bag each evening.
• UK-to-EU 2-pin plug adapter for chargers.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Required Forms to Return: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Code of Conduct Agreement (by Fri 25 Sep).</a:t>
            </a:r>
            <a:endParaRPr lang="en-US" sz="95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18304"/>
            <a:ext cx="5486400" cy="18288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INTERACTIVE DIGITAL FIELD GUIDE:  meoncross-history.netlify.app</a:t>
            </a:r>
            <a:endParaRPr lang="en-US" sz="1050" dirty="0"/>
          </a:p>
        </p:txBody>
      </p:sp>
      <p:sp>
        <p:nvSpPr>
          <p:cNvPr id="21" name="Text 18"/>
          <p:cNvSpPr/>
          <p:nvPr/>
        </p:nvSpPr>
        <p:spPr>
          <a:xfrm>
            <a:off x="1005840" y="4882896"/>
            <a:ext cx="65836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Scan QR or visit URL to explore full 3-day itinerary, poetry anthology, historical dossiers &amp; cemetery maps</a:t>
            </a:r>
            <a:endParaRPr lang="en-US" sz="850" dirty="0"/>
          </a:p>
        </p:txBody>
      </p:sp>
      <p:sp>
        <p:nvSpPr>
          <p:cNvPr id="22" name="Text 19"/>
          <p:cNvSpPr/>
          <p:nvPr/>
        </p:nvSpPr>
        <p:spPr>
          <a:xfrm>
            <a:off x="6675120" y="4800600"/>
            <a:ext cx="2286000" cy="201168"/>
          </a:xfrm>
          <a:prstGeom prst="rect">
            <a:avLst/>
          </a:prstGeom>
          <a:noFill/>
          <a:ln/>
        </p:spPr>
        <p:txBody>
          <a:bodyPr wrap="square" rtlCol="0" anchor="ctr"/>
          <a:lstStyle/>
          <a:p>
            <a:pPr algn="r" indent="0" marL="0">
              <a:buNone/>
            </a:pPr>
            <a:r>
              <a:rPr lang="en-US" sz="900" b="1" dirty="0">
                <a:solidFill>
                  <a:srgbClr val="F59E0B"/>
                </a:solidFill>
                <a:latin typeface="Arial" pitchFamily="34" charset="0"/>
                <a:ea typeface="Arial" pitchFamily="34" charset="-122"/>
                <a:cs typeface="Arial" pitchFamily="34" charset="-120"/>
              </a:rPr>
              <a:t>Emergency School Base: +44 1329 288339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SANCTUARY WOOD PREPARATION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Sanctuary Wood Trenches: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Real, muddy frontline trenches. Must bring boots/wellies!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Separate Footwear &amp; Plastic Bag: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Bring spare clean shoes/trainers + carrier bag for muddy boots.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Waterproof Raincoat: </a:t>
            </a:r>
            <a:pPr indent="0" marL="0">
              <a:lnSpc>
                <a:spcPct val="105000"/>
              </a:lnSpc>
              <a:buNone/>
            </a:pPr>
            <a:r>
              <a:rPr lang="en-US" sz="85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Warm Fleece &amp; Layers: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Temperatures drop quickly on exposed ridges.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Hat &amp; Gloves: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85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TOWELS &amp; WASHBAG</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TOWELS (Mandatory): </a:t>
            </a:r>
            <a:pPr indent="0" marL="0">
              <a:lnSpc>
                <a:spcPct val="105000"/>
              </a:lnSpc>
              <a:buNone/>
            </a:pPr>
            <a:r>
              <a:rPr lang="en-US" sz="850" dirty="0">
                <a:solidFill>
                  <a:srgbClr val="334155"/>
                </a:solidFill>
                <a:latin typeface="Arial" pitchFamily="34" charset="0"/>
                <a:ea typeface="Arial" pitchFamily="34" charset="-122"/>
                <a:cs typeface="Arial" pitchFamily="34" charset="-120"/>
              </a:rPr>
              <a:t>Pupils must bring their own bath/shower towel! (None provided).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Washbag &amp; Shower Gel: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Shower gel, shampoo, toothbrush, roll-on deodorant (no aerosols).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Main Holdall / Case: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Goes underneath in coach hold until arrival at hostel (max 15kg).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Small Daypack: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Stays on coach. Holds waterproofs, plastic bag, packed lunch &amp; water.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Casual Clothes: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Comfortable clothing for downtime at hostel. No restaurant wear.</a:t>
            </a:r>
            <a:endParaRPr lang="en-US" sz="85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Valid UK Passport &amp; GHIC/EHIC: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Travel Adapter: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Standard European 2-pin adapter for phone charging.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Mobile Phone Policy: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Permitted by day; collected in dedicated staff phone bag each evening at curfew.</a:t>
            </a:r>
            <a:endParaRPr lang="en-US" sz="90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548640" y="4800600"/>
            <a:ext cx="8046720" cy="228600"/>
          </a:xfrm>
          <a:prstGeom prst="rect">
            <a:avLst/>
          </a:prstGeom>
          <a:noFill/>
          <a:ln/>
        </p:spPr>
        <p:txBody>
          <a:bodyPr wrap="square" rtlCol="0" anchor="ctr"/>
          <a:lstStyle/>
          <a:p>
            <a:pPr algn="ctr" indent="0" marL="0">
              <a:buNone/>
            </a:pPr>
            <a:r>
              <a:rPr lang="en-US" sz="950" i="1" dirty="0">
                <a:solidFill>
                  <a:srgbClr val="64748B"/>
                </a:solidFill>
                <a:latin typeface="Arial" pitchFamily="34" charset="0"/>
                <a:ea typeface="Arial" pitchFamily="34" charset="-122"/>
                <a:cs typeface="Arial" pitchFamily="34" charset="-120"/>
              </a:rPr>
              <a:t>Expedition Staff: Mr Ben Lovett &amp; Mr James Garrett (Tour Leaders) · Accompanied by Two Meoncross Staff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OUR LOCAL MISSION: TRACING THE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standalone="yes"?>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vt:lpstr>Fonts Used</vt:lpstr></vt:variant>
			<vt:variant><vt:i4>2</vt:i4></vt:variant>
			<vt:variant><vt:lpstr>Theme</vt:lpstr></vt:variant>
			<vt:variant><vt:i4>1</vt:i4></vt:variant>
			<vt:variant><vt:lpstr>Slide Titles</vt:lpstr></vt:variant>
			<vt:variant><vt:i4>3</vt:i4></vt:variant>
		</vt:vector>
	</HeadingPairs>
	<TitlesOfParts>
		<vt:vector size="6" baseType="lpstr">
			<vt:lpstr>Arial</vt:lpstr>
			<vt:lpstr>Calibri</vt:lpstr>
			<vt:lpstr>Office Theme</vt:lpstr>
			<vt:lpstr>Slide 1</vt:lpstr><vt:lpstr>Slide 2</vt:lpstr><vt:lpstr>Slide 3</vt:lpstr>
		</vt:vector>
	</TitlesOfParts>
	<Company>Meoncross School &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2026-09-08T14:41:15Z</dcterms:created>
  <dcterms:modified xsi:type="dcterms:W3CDTF">2026-09-08T14:41:15Z</dcterms:modified>
</cp:coreProperties>
</file>